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5"/>
  </p:notesMasterIdLst>
  <p:sldIdLst>
    <p:sldId id="256" r:id="rId2"/>
    <p:sldId id="258" r:id="rId3"/>
    <p:sldId id="28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30768-3D1D-4F6A-A360-EFF46013EEF3}" type="datetimeFigureOut">
              <a:rPr lang="en-US" smtClean="0"/>
              <a:t>22/12/2024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CBE4B-8EB9-4CD4-B34C-34A239EE3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3A47-B1C1-403D-9CDB-0516072ADC96}" type="datetime1">
              <a:rPr lang="en-US" smtClean="0"/>
              <a:t>22/12/2024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 userDrawn="1"/>
        </p:nvSpPr>
        <p:spPr>
          <a:xfrm>
            <a:off x="715818" y="508000"/>
            <a:ext cx="1616363" cy="15978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08" y="508000"/>
            <a:ext cx="1378492" cy="1371928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9153236" y="729672"/>
            <a:ext cx="2200564" cy="8497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of ICT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02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A985-C36F-466F-878F-75B2A3EAF828}" type="datetime1">
              <a:rPr lang="en-US" smtClean="0"/>
              <a:t>22/12/2024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8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A952-0397-491D-96B5-4BEAE77A4D7C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3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EC079-B271-433E-9FBD-37E1DFCB1A57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7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C14A-7064-4E35-826F-6C3A7DCC3407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3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CF3D-AEA4-41B2-933F-0609488C50C3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6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EEF67-A34D-41EC-8A6D-82412B7CD12C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0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01A4D-7D81-4340-872F-80CF275817F7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7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7E41-3F09-41A5-B9C5-ED15704A87F8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7FBB3-DB20-447D-A7BC-53D5F836167A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3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7C5A-F16D-42FD-BEFE-A3664B330DAB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1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85DC-7CAF-41ED-AD0D-559591D69973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384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79F11-DB66-4F35-AF9E-2A8805AF127C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9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D6E3-5173-4DA5-928D-3B956E19064F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4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66A08-C74C-4BC2-8EE1-2B54D5C6F43C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4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F54F2-E22B-4CE6-B37B-76F983AAC354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48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4B8B-538E-447C-AA97-E6CA84C9A607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9527" y="304800"/>
            <a:ext cx="11065164" cy="1995055"/>
          </a:xfrm>
        </p:spPr>
        <p:txBody>
          <a:bodyPr anchor="b"/>
          <a:lstStyle>
            <a:lvl1pPr algn="ctr">
              <a:lnSpc>
                <a:spcPct val="300000"/>
              </a:lnSpc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EDGE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200000"/>
              </a:lnSpc>
              <a:buNone/>
              <a:defRPr sz="40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Welcome to my presentation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FED504-044B-4F3D-A1A9-67BAABB50450}" type="datetime1">
              <a:rPr lang="en-US" smtClean="0"/>
              <a:t>22/12/2024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 userDrawn="1"/>
        </p:nvSpPr>
        <p:spPr>
          <a:xfrm>
            <a:off x="715818" y="508000"/>
            <a:ext cx="1616363" cy="15978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08" y="508000"/>
            <a:ext cx="1378492" cy="1371928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153236" y="729672"/>
            <a:ext cx="2200564" cy="8497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of ICT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FFCEDF-5D26-40BF-AC78-3F297F5C6583}" type="datetime1">
              <a:rPr lang="en-US" smtClean="0"/>
              <a:t>22/12/2024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A5F80-2696-4598-9EC9-6B38F8F0D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25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649" r:id="rId18"/>
  </p:sldLayoutIdLst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527" y="304800"/>
            <a:ext cx="11065164" cy="2447636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8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7464" y="3362036"/>
            <a:ext cx="8825658" cy="182879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10000"/>
              </a:lnSpc>
            </a:pP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my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000509" y="6539345"/>
            <a:ext cx="1191491" cy="263237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1</a:t>
            </a:r>
          </a:p>
        </p:txBody>
      </p:sp>
      <p:sp>
        <p:nvSpPr>
          <p:cNvPr id="5" name="Action Button: Forward or Next 4">
            <a:hlinkClick r:id="" action="ppaction://noaction" highlightClick="1"/>
          </p:cNvPr>
          <p:cNvSpPr/>
          <p:nvPr/>
        </p:nvSpPr>
        <p:spPr>
          <a:xfrm>
            <a:off x="3768436" y="5546435"/>
            <a:ext cx="738909" cy="50799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Home 5">
            <a:hlinkClick r:id="" action="ppaction://hlinkshowjump?jump=firstslide" highlightClick="1"/>
          </p:cNvPr>
          <p:cNvSpPr/>
          <p:nvPr/>
        </p:nvSpPr>
        <p:spPr>
          <a:xfrm>
            <a:off x="6336145" y="5560288"/>
            <a:ext cx="701964" cy="494146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75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name: Political and religious organizations in Bangladesh since 1972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5126"/>
            <a:ext cx="10515600" cy="4618181"/>
          </a:xfrm>
        </p:spPr>
        <p:txBody>
          <a:bodyPr/>
          <a:lstStyle/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people of Bangladesh are divided into three major organizations. These are following below.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Organizations.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Religious Organizations.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Islamic Political Organizations.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55565" y="171162"/>
            <a:ext cx="563418" cy="527707"/>
          </a:xfrm>
        </p:spPr>
        <p:txBody>
          <a:bodyPr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no: 2</a:t>
            </a:r>
          </a:p>
        </p:txBody>
      </p:sp>
    </p:spTree>
    <p:extLst>
      <p:ext uri="{BB962C8B-B14F-4D97-AF65-F5344CB8AC3E}">
        <p14:creationId xmlns:p14="http://schemas.microsoft.com/office/powerpoint/2010/main" val="70762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364" y="544155"/>
            <a:ext cx="9450471" cy="739699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300000"/>
              </a:lnSpc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So Much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0983" y="295729"/>
            <a:ext cx="572654" cy="655616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no. 3</a:t>
            </a:r>
          </a:p>
        </p:txBody>
      </p:sp>
    </p:spTree>
    <p:extLst>
      <p:ext uri="{BB962C8B-B14F-4D97-AF65-F5344CB8AC3E}">
        <p14:creationId xmlns:p14="http://schemas.microsoft.com/office/powerpoint/2010/main" val="179994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3000">
        <p14:flythrough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514</TotalTime>
  <Words>62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</vt:lpstr>
      <vt:lpstr>Century Gothic</vt:lpstr>
      <vt:lpstr>Times New Roman</vt:lpstr>
      <vt:lpstr>Wingdings</vt:lpstr>
      <vt:lpstr>Wingdings 3</vt:lpstr>
      <vt:lpstr>Ion</vt:lpstr>
      <vt:lpstr>EDGE</vt:lpstr>
      <vt:lpstr>Topics name: Political and religious organizations in Bangladesh since 1972.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Shahin Sheikh</cp:lastModifiedBy>
  <cp:revision>55</cp:revision>
  <dcterms:created xsi:type="dcterms:W3CDTF">2024-12-07T05:44:59Z</dcterms:created>
  <dcterms:modified xsi:type="dcterms:W3CDTF">2024-12-22T15:05:50Z</dcterms:modified>
</cp:coreProperties>
</file>